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7" r:id="rId12"/>
    <p:sldId id="270" r:id="rId13"/>
    <p:sldId id="266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396" y="-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93707-EEE7-45A6-A342-D1E6EB787A3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4D1B5-C4A7-4810-A52A-E7669D6F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695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4D1B5-C4A7-4810-A52A-E7669D6F04B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564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93F-EBC0-4247-8EDF-0B37CACD62ED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739F-A9E7-42EB-821B-EC15102289F8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8217-A226-4CBC-94F8-D426EBBDC727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7C59-07DB-4A1C-91D8-D32353CECEB4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4C816-57D5-4ECA-B3C6-9A22325E80E9}" type="datetime1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EE9CA-ABC6-48FA-BF72-ADCC0B3625A6}" type="datetime1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7DA0C-D82A-41BD-AC5A-A0CA38742AB1}" type="datetime1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C466-30CC-480C-8BB9-7AECB806CB6C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6EA4-EA3C-476C-B2FB-AF3616A766AD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5D40F-B852-492A-B79A-2B6DF2FDE559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26D9-B173-4EB3-97E7-FEEEB8FC5E12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5B92E-35C4-4431-ABA2-89335B6EBEDC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88473"/>
            <a:ext cx="7772400" cy="234778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fornian FB" panose="0207040306080B030204" pitchFamily="18" charset="0"/>
              </a:rPr>
              <a:t>AGRI AI(SMART FARMING ASSISTANT)</a:t>
            </a:r>
            <a:br>
              <a:rPr lang="en-US" sz="4000" b="1" dirty="0">
                <a:latin typeface="Californian FB" panose="0207040306080B030204" pitchFamily="18" charset="0"/>
              </a:rPr>
            </a:br>
            <a:r>
              <a:rPr lang="en-US" sz="2400" b="1" dirty="0">
                <a:latin typeface="Californian FB" panose="0207040306080B030204" pitchFamily="18" charset="0"/>
              </a:rPr>
              <a:t>(FLUTTER PROGRAMMING</a:t>
            </a:r>
            <a:r>
              <a:rPr lang="en-US" sz="4000" b="1" dirty="0">
                <a:latin typeface="Californian FB" panose="0207040306080B030204" pitchFamily="18" charset="0"/>
              </a:rPr>
              <a:t>)</a:t>
            </a:r>
            <a:endParaRPr lang="en-US" sz="3600" b="1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6256"/>
            <a:ext cx="6400800" cy="2463114"/>
          </a:xfrm>
        </p:spPr>
        <p:txBody>
          <a:bodyPr>
            <a:no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Rameshwar Patil(G-01)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Vinay Kulkarni(G-07)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Aarti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Suryawanshi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(G-08)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Chandrashekhar Kate(G-10)</a:t>
            </a:r>
          </a:p>
          <a:p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Prof.Ritu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Dhudmal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 Science &amp; Engineering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841" y="6215176"/>
            <a:ext cx="91439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PCET’s Pimpri Chinchwad University</a:t>
            </a:r>
          </a:p>
          <a:p>
            <a:pPr algn="ctr"/>
            <a:r>
              <a:rPr lang="en-IN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under Govt. of Maharashtra Act No. V of 2023</a:t>
            </a:r>
          </a:p>
          <a:p>
            <a:pPr algn="ctr"/>
            <a:r>
              <a:rPr lang="en-IN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Gut No. 44, 46, 48, 49 and 50, Sate, </a:t>
            </a:r>
            <a:r>
              <a:rPr lang="en-IN" sz="10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Maval</a:t>
            </a:r>
            <a:r>
              <a:rPr lang="en-IN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(PMRDA) Dist. Pune-412106 Maharashtra, India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1C39459-2B10-7370-4A37-D4E180ECC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3864"/>
            <a:ext cx="9144000" cy="133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166"/>
            <a:ext cx="8229600" cy="1143000"/>
          </a:xfrm>
        </p:spPr>
        <p:txBody>
          <a:bodyPr/>
          <a:lstStyle/>
          <a:p>
            <a:r>
              <a:rPr sz="4000" dirty="0">
                <a:latin typeface="Algerian" panose="04020705040A02060702" pitchFamily="82" charset="0"/>
              </a:rPr>
              <a:t>Outline</a:t>
            </a:r>
            <a:endParaRPr dirty="0">
              <a:latin typeface="Algerian" panose="04020705040A02060702" pitchFamily="82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7F15C6-4794-7112-A8C0-BE6C4927D3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3884015"/>
              </p:ext>
            </p:extLst>
          </p:nvPr>
        </p:nvGraphicFramePr>
        <p:xfrm>
          <a:off x="457200" y="1102462"/>
          <a:ext cx="8229600" cy="5348863"/>
        </p:xfrm>
        <a:graphic>
          <a:graphicData uri="http://schemas.openxmlformats.org/drawingml/2006/table">
            <a:tbl>
              <a:tblPr/>
              <a:tblGrid>
                <a:gridCol w="5903843">
                  <a:extLst>
                    <a:ext uri="{9D8B030D-6E8A-4147-A177-3AD203B41FA5}">
                      <a16:colId xmlns:a16="http://schemas.microsoft.com/office/drawing/2014/main" val="2844383648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114589899"/>
                    </a:ext>
                  </a:extLst>
                </a:gridCol>
              </a:tblGrid>
              <a:tr h="4114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Details </a:t>
                      </a:r>
                      <a:endParaRPr lang="en-IN" dirty="0">
                        <a:effectLst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1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of slides</a:t>
                      </a:r>
                      <a:endParaRPr lang="en-IN" dirty="0">
                        <a:effectLst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31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C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506456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Outline 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1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31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695078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454776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272396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016696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of the Study</a:t>
                      </a:r>
                      <a:endParaRPr lang="en-US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864353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Survey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00650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Architecture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341469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575209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275280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&amp; Outputs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996797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 &amp; Future Scope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92387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</a:t>
                      </a:r>
                      <a:endParaRPr lang="en-US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1422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Introduction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960" y="1322160"/>
            <a:ext cx="4295742" cy="5399315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smart farming application built using Flutter.</a:t>
            </a:r>
            <a:endParaRPr 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provides:</a:t>
            </a:r>
          </a:p>
          <a:p>
            <a:pPr marL="803275" indent="-26035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AI-based farming advice</a:t>
            </a:r>
          </a:p>
          <a:p>
            <a:pPr marL="803275" indent="-26035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Crop disease detection</a:t>
            </a:r>
          </a:p>
          <a:p>
            <a:pPr marL="803275" indent="-26035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GPS-based weather analysis</a:t>
            </a:r>
          </a:p>
          <a:p>
            <a:pPr marL="803275" indent="-26035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Multilingual support (Hindi &amp; English)</a:t>
            </a:r>
          </a:p>
          <a:p>
            <a:pPr marL="803275" indent="-26035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Offline access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A2D7B-9710-4240-0ECE-DF36FD821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701" y="1619905"/>
            <a:ext cx="3836998" cy="3836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>
                <a:latin typeface="Algerian" panose="04020705040A02060702" pitchFamily="82" charset="0"/>
              </a:rPr>
              <a:t>Problem</a:t>
            </a:r>
            <a:r>
              <a:rPr dirty="0">
                <a:latin typeface="Algerian" panose="04020705040A02060702" pitchFamily="82" charset="0"/>
              </a:rPr>
              <a:t> Statement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EB8F8EE-1A3D-C016-C634-92C029EF64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3879" y="1491074"/>
            <a:ext cx="8762335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Farmers lack real-time access to accurate agricultural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Crop diseases are often recognized late, causing huge losses.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Fertilizer usage is often incorrect due to lack of expert guidance.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prices vary widely and farmers have no transparent platform.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 unpredictability affects sowing, irrigation, and harvesting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>
                <a:latin typeface="Algerian" panose="04020705040A02060702" pitchFamily="82" charset="0"/>
                <a:cs typeface="Times New Roman" panose="02020603050405020304" pitchFamily="18" charset="0"/>
              </a:rPr>
              <a:t>Objectives</a:t>
            </a:r>
            <a:endParaRPr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127C0F0-5FA5-5F20-B75B-874054B094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8793" y="1140639"/>
            <a:ext cx="8606413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AI-based crop and fertilizer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detect plant diseases using image recognition (TensorFlow in Future Scope).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offer real-time, location-based weather forecasts &amp; advice.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marketplace for farmers to buy &amp; sell crops.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simple, offline-friendly mobile app for Indian farmers.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Algerian" panose="04020705040A02060702" pitchFamily="82" charset="0"/>
              </a:rPr>
              <a:t>Scope of the study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C9029D-EF0A-2303-6E97-D9D3349A07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7456" y="1415318"/>
            <a:ext cx="8806543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Covers crop recommendation, fertilizer guidance, disease detection, weather support, and market price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for farmers, agricultural officers, and small cooperatives.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bilingual usage (English + Hindi).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to advisory; does not control hardware, machinery, or automation.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lang="en-US" sz="4000" dirty="0">
                <a:latin typeface="Algerian" panose="04020705040A02060702" pitchFamily="82" charset="0"/>
              </a:rPr>
              <a:t>Literature survey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4B3F41-FCB3-6C42-3DFA-F00A45E553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600" y="1312849"/>
            <a:ext cx="868680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Various studies show AI improves yield prediction, soil analysis, and disease detection.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apps are effective in delivering agricultural information in rural areas.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lack unified features combining crop advice, disease detection, and market prices —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fills this gap.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supports the use of TensorFlow Lite for offline mobile inference.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System architecture</a:t>
            </a:r>
            <a:endParaRPr dirty="0"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D0F4F-0844-A46C-572C-2934C2BB7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4677"/>
            <a:ext cx="4343400" cy="434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34A07A-25DF-B316-9191-0F6CC9B48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90" y="1417638"/>
            <a:ext cx="43434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methodology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647" y="1148130"/>
            <a:ext cx="4264572" cy="5358548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Gathered soil parameters (NPK, pH), crop data, and weather sources.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architecture for mobile app, Firebase backend, and AI integration.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Development: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UI using Flutter, database with Firebase, and APIs for weather.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all modules — crop recommendation, disease detection, weather, and marketplace.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74522A-8047-1047-3024-00652EFD4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219" y="1227611"/>
            <a:ext cx="4196581" cy="41965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4525E-54FE-60B8-03B6-5F144616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6106" y="262184"/>
            <a:ext cx="8229600" cy="11430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Algorithm used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718879" y="1318022"/>
            <a:ext cx="710878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Query Matching Algorithm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Understands the farmer’s question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Matches it with the best answer from the knowledge 	base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Weather Advice Algorithm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Reads live weather 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Gives irrigation, spraying, and farming suggestions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Crop Recommendation Algorithm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Uses soil NPK, pH, temperature, humidity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Suggests the most suitable crop</a:t>
            </a:r>
          </a:p>
        </p:txBody>
      </p:sp>
    </p:spTree>
    <p:extLst>
      <p:ext uri="{BB962C8B-B14F-4D97-AF65-F5344CB8AC3E}">
        <p14:creationId xmlns:p14="http://schemas.microsoft.com/office/powerpoint/2010/main" val="1252894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237E-267D-09F4-4F8C-84A0DCA9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Results &amp;outputs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52A2D-F23B-2F9A-4A15-15D267454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984" y="1417638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- AI accuracy: 94%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- Crop detection: 91%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- Weather relevance: 89%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- Offline response: &lt;500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- User satisfaction: 4.2/5</a:t>
            </a:r>
          </a:p>
        </p:txBody>
      </p:sp>
    </p:spTree>
    <p:extLst>
      <p:ext uri="{BB962C8B-B14F-4D97-AF65-F5344CB8AC3E}">
        <p14:creationId xmlns:p14="http://schemas.microsoft.com/office/powerpoint/2010/main" val="176796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94D1-717F-1711-EFA5-C41C0FA94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Results &amp;outputs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E1F27-973D-7985-5F32-9949B433C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99475"/>
            <a:ext cx="1640283" cy="3645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8B1918-D4AD-EE6B-E610-90652DD23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708" y="1781890"/>
            <a:ext cx="1640283" cy="3645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CA1859-1E41-D541-6FEA-2A61B0505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217" y="1781890"/>
            <a:ext cx="1640283" cy="36450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7D887F-A6FC-DCBE-1A2F-D9A837EBE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726" y="1790683"/>
            <a:ext cx="1640283" cy="364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03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Algerian" panose="04020705040A02060702" pitchFamily="82" charset="0"/>
              </a:rPr>
              <a:t>Conclusion &amp; future scope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bridges the gap between farmers and experts using AI, weather insights, and detection.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Voice I/O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IoT sensors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Market prices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New languages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Drone/satellite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07098-2F86-5189-FAD7-ADA78478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References</a:t>
            </a:r>
            <a:endParaRPr lang="en-IN" sz="4000" dirty="0">
              <a:latin typeface="Algerian" panose="04020705040A02060702" pitchFamily="82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3ACBF0-B48B-70A6-7873-2A70398865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49469"/>
            <a:ext cx="6672943" cy="3359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crop recommendation and plant disease detection.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 Lite documentation.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documentation.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OpenWeather API documentation.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and agricultural AI journal papers.</a:t>
            </a:r>
          </a:p>
        </p:txBody>
      </p:sp>
    </p:spTree>
    <p:extLst>
      <p:ext uri="{BB962C8B-B14F-4D97-AF65-F5344CB8AC3E}">
        <p14:creationId xmlns:p14="http://schemas.microsoft.com/office/powerpoint/2010/main" val="2101875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671</Words>
  <Application>Microsoft Office PowerPoint</Application>
  <PresentationFormat>On-screen Show (4:3)</PresentationFormat>
  <Paragraphs>110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Arial</vt:lpstr>
      <vt:lpstr>Bahnschrift</vt:lpstr>
      <vt:lpstr>Calibri</vt:lpstr>
      <vt:lpstr>Californian FB</vt:lpstr>
      <vt:lpstr>Times New Roman</vt:lpstr>
      <vt:lpstr>Office Theme</vt:lpstr>
      <vt:lpstr>AGRI AI(SMART FARMING ASSISTANT) (FLUTTER PROGRAMMING)</vt:lpstr>
      <vt:lpstr>Outline</vt:lpstr>
      <vt:lpstr>Introduction</vt:lpstr>
      <vt:lpstr>Problem Statement</vt:lpstr>
      <vt:lpstr>Objectives</vt:lpstr>
      <vt:lpstr>Scope of the study</vt:lpstr>
      <vt:lpstr>Literature survey</vt:lpstr>
      <vt:lpstr>System architecture</vt:lpstr>
      <vt:lpstr>methodology</vt:lpstr>
      <vt:lpstr>Algorithm used</vt:lpstr>
      <vt:lpstr>Results &amp;outputs</vt:lpstr>
      <vt:lpstr>Results &amp;outputs</vt:lpstr>
      <vt:lpstr>Conclusion &amp; future scope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Data Generation using GANs</dc:title>
  <dc:subject/>
  <dc:creator>MEET BAFNA</dc:creator>
  <cp:keywords/>
  <dc:description>generated using python-pptx</dc:description>
  <cp:lastModifiedBy>Aarti Suryavanshi</cp:lastModifiedBy>
  <cp:revision>17</cp:revision>
  <dcterms:created xsi:type="dcterms:W3CDTF">2013-01-27T09:14:16Z</dcterms:created>
  <dcterms:modified xsi:type="dcterms:W3CDTF">2025-11-29T03:58:26Z</dcterms:modified>
  <cp:category/>
</cp:coreProperties>
</file>